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21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HerDay 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4A0D4"/>
                </a:solidFill>
              </a:rPr>
              <a:t>Eliminating the Invisible Mental Load on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FFFFFF"/>
                </a:solidFill>
              </a:rPr>
              <a:t>Powered by AI  •  Built for the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The Problem — What is the Mental Load?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B21B6"/>
                </a:solidFill>
              </a:rPr>
              <a:t>Women carry an invisible cognitive burden of managing work AND home — simultaneously.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🧠 Cognitive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Remembering what to cook, what to buy, which task is due — all at once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📋 Task Switching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Jumping between work priorities and home responsibilities breaks focus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🍳 Meal Planning Fatigue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Deciding 3 meals a day × 365 days = 1,095 decisions per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0604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651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🛒 Grocery Mental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17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Tracking what's in the fridge, what's needed, what was rejected 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⏰ Time Estimation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51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Guessing how long tasks take while juggling meetings and energy levels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🔑  Result: Decision fatigue, burnout, and the sense that the load is never done.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HerDay — Your AI Life-Load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B21B6"/>
                </a:solidFill>
              </a:rPr>
              <a:t>One conversation. Every domain. Fully coordinated.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657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173A"/>
                </a:solidFill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Natural Language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45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Just tell HerDay how you feel — it figures out the rest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657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173A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Unified Task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645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Work tasks + home tasks + meetings in one AI-prioritised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657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173A"/>
                </a:solidFill>
              </a:rPr>
              <a:t>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Smart Meal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645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3 meals planned around your energy, fridge, dietary needs &amp; BMI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60320"/>
            <a:ext cx="3657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173A"/>
                </a:solidFill>
              </a:rPr>
              <a:t>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606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Live Grocery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Auto-built from meal plan — knows what's already in your fridge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560320"/>
            <a:ext cx="3657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173A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606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Weekly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Tracks mental load saved in hours every week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560320"/>
            <a:ext cx="3657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19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173A"/>
                </a:solidFill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606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Private &amp; Secure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Per-user data isolation — nothing shared, everything local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Why HerDay is an Agent — Not Just a Chatbot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5394960" cy="53949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</a:rPr>
              <a:t>❌  A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73A"/>
                </a:solidFill>
              </a:rPr>
              <a:t>• Answers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73A"/>
                </a:solidFill>
              </a:rPr>
              <a:t>• One domain at a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73A"/>
                </a:solidFill>
              </a:rPr>
              <a:t>• No memory of preferences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73A"/>
                </a:solidFill>
              </a:rPr>
              <a:t>• No actions taken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73A"/>
                </a:solidFill>
              </a:rPr>
              <a:t>• Needs exact commands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594360"/>
            <a:ext cx="5577840" cy="539496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640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F46"/>
                </a:solidFill>
              </a:rPr>
              <a:t>✅  HerDay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73A"/>
                </a:solidFill>
              </a:rPr>
              <a:t>• Takes actions — saves meals, creates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73A"/>
                </a:solidFill>
              </a:rPr>
              <a:t>• Coordinates work + home + meals at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73A"/>
                </a:solidFill>
              </a:rPr>
              <a:t>• Remembers rejected meals, past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73A"/>
                </a:solidFill>
              </a:rPr>
              <a:t>• Proactively builds plans without being asked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173A"/>
                </a:solidFill>
              </a:rPr>
              <a:t>• Understands natural language &amp;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01218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5B21B6"/>
                </a:solidFill>
              </a:rPr>
              <a:t>"I'm exhausted"  →  detects low energy  →  adapts meals + tasks  →  saves to 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The AI Moments </a:t>
            </a:r>
            <a:r>
              <a:rPr lang="en-IN" sz="2000" b="1" i="0" dirty="0">
                <a:solidFill>
                  <a:srgbClr val="FFFFFF"/>
                </a:solidFill>
              </a:rPr>
              <a:t>– That </a:t>
            </a:r>
            <a:r>
              <a:rPr sz="2000" b="1" i="0" dirty="0">
                <a:solidFill>
                  <a:srgbClr val="FFFFFF"/>
                </a:solidFill>
              </a:rPr>
              <a:t>Makes the Difference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11612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🧠  Energy from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User types 'I'm drained' → Claude detects low energy → entire plan adapts. No dropdown, no button.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19"/>
            <a:ext cx="11612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🍳  Context-Aware Meals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Claude considers fridge items + BMI + dietary preference + cook time + energy — all in one reasoning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79"/>
            <a:ext cx="11612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7249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🚫  Rejection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Rejected meals are stored. Claude never suggests them again. It learns taste preferences over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11612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764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🛒  Fridge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Grocery list = meal ingredients MINUS fridge items. Claude knows what you already have.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00600"/>
            <a:ext cx="116128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82803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</a:rPr>
              <a:t>⚖️  Cross-Domain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635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One message plans work tasks, home tasks, 3 meals and a shopping list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How It Works —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685800"/>
            <a:ext cx="94183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7132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💬 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71323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Talks to HerDay in natural language via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691640"/>
            <a:ext cx="9418320" cy="8229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1719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🤖  Claude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71907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Reasons across context — energy, tasks, meals, fridge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23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697480"/>
            <a:ext cx="9418320" cy="822960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7249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⚙️  Agent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72491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Extracts intent, calls functions, takes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429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703320"/>
            <a:ext cx="9418320" cy="82296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37307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🗄  SQLite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73075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Stores tasks, meals, logs — per user, fully private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434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B21B6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709160"/>
            <a:ext cx="94183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54480" y="47365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📊  Streamlit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73659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Chat-first interface, lavender theme, real-time updates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Impact — Mental Load Reduced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2651760" cy="2011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45–55 mins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4A0D4"/>
                </a:solidFill>
              </a:rPr>
              <a:t>Saved per day
on planning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640080"/>
            <a:ext cx="2651760" cy="2011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46120" y="777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 meals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4A0D4"/>
                </a:solidFill>
              </a:rPr>
              <a:t>Planned in
one conversation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640080"/>
            <a:ext cx="2651760" cy="2011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777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4A0D4"/>
                </a:solidFill>
              </a:rPr>
              <a:t>Grocery items
forgotten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640080"/>
            <a:ext cx="2651760" cy="2011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06840" y="777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4A0D4"/>
                </a:solidFill>
              </a:rPr>
              <a:t>To coordinate
your entire 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5577840" cy="34747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91C1C"/>
                </a:solidFill>
              </a:rPr>
              <a:t>❌  Before HerDay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Open 4 separate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13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Manually plan 3 meals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4281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Remember fridge contents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725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Decide task priorities alone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023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Forget grocery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Feel overwhelmed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834640"/>
            <a:ext cx="5577840" cy="347472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880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F46"/>
                </a:solidFill>
              </a:rPr>
              <a:t>✅  After HerDay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83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✓ One conversation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130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✓ AI plans all 3 meals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4281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✓ Fridge awareness built-in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725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✓ AI prioritises by energy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023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✓ Smart grocery 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532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✓ Mental load lifted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What's Next —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40080"/>
            <a:ext cx="3657600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✅ 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Login &amp; per-user data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28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AI meal planning with BMI awareness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511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Unified task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954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Live grocery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679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Energy-aware 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26279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Weekly insights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640080"/>
            <a:ext cx="3657600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685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🔜  Next Sprint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234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Google Calendar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928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Task capture from natural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511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Voice input via Whisper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954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Push notifications — morning briefing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640080"/>
            <a:ext cx="3657600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685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21B6"/>
                </a:solidFill>
              </a:rPr>
              <a:t>🚀  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234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Adaptive learning from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8928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Multi-user family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511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PostgreSQL for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0954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173A"/>
                </a:solidFill>
              </a:rPr>
              <a:t>• Mobile-responsive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21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HerDay 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C4A0D4"/>
                </a:solidFill>
              </a:rPr>
              <a:t>Plan less. Live more.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Because the mental load shouldn't be invisible.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4A0D4"/>
                </a:solidFill>
              </a:rPr>
              <a:t>github.com/revathi/herday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711</Words>
  <Application>Microsoft Office PowerPoint</Application>
  <PresentationFormat>Custom</PresentationFormat>
  <Paragraphs>121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Revathi Balakrishnan</cp:lastModifiedBy>
  <cp:revision>2</cp:revision>
  <dcterms:created xsi:type="dcterms:W3CDTF">2013-01-27T09:14:16Z</dcterms:created>
  <dcterms:modified xsi:type="dcterms:W3CDTF">2026-03-22T23:36:31Z</dcterms:modified>
  <cp:category/>
</cp:coreProperties>
</file>